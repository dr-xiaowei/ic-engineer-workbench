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9"/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仅为合成验收资料，不代表真实器件。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确认单位 µA；不要将 typ 当作 max。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第二页：带宽复核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GBW 10 MHz；条件 VDD=1.8 V，T=25°C。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第一页：偏置检查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09600">
                <a:tc>
                  <a:txBody>
                    <a:bodyPr/>
                    <a:lstStyle/>
                    <a:p>
                      <a:r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数值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条件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偏置电流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 µA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VDD=1.8 V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失调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±2 mV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T=25°C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